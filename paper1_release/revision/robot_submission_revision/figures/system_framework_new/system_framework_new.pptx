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ystem_framework_new.svg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" y="350000"/>
            <a:ext cx="11582400" cy="6040000"/>
          </a:xfrm>
          <a:prstGeom prst="rect">
            <a:avLst/>
          </a:prstGeom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Framework</dc:title>
  <dc:creator>Codex</dc:creator>
  <cp:lastModifiedBy>Codex</cp:lastModifiedBy>
  <dcterms:created xsi:type="dcterms:W3CDTF">2026-07-30T03:58:53Z</dcterms:created>
  <dcterms:modified xsi:type="dcterms:W3CDTF">2026-07-30T03:58:53Z</dcterms:modified>
</cp:coreProperties>
</file>